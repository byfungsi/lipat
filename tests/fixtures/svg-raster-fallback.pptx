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Default Extension="webp" ContentType="image/webp"/>
  <Default Extension="svg" ContentType="image/svg+xml"/>
  <Default Extension="xlsx" ContentType="application/vnd.openxmlformats-officedocument.spreadsheetml.sheet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charts/chart1-1.xml" ContentType="application/vnd.openxmlformats-officedocument.drawingml.chart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aster"/>
  </p:sldMasterIdLst>
  <p:sldIdLst>
    <p:sldId id="256" r:id="rIdSlide1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Master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charts/_rels/chart1-1.xml.rels><?xml version="1.0" encoding="UTF-8"?><Relationships xmlns="http://schemas.openxmlformats.org/package/2006/relationships"><Relationship Id="rIdWorkbook" Type="http://schemas.openxmlformats.org/officeDocument/2006/relationships/package" Target="../embeddings/chart1-1.xlsx"/></Relationships>
</file>

<file path=ppt/charts/chart1-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Revenue &amp; margin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568D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26</c:v>
                </c:pt>
                <c:pt idx="3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rgbClr val="16A08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11</c:v>
                </c:pt>
                <c:pt idx="2">
                  <c:v>14</c:v>
                </c:pt>
                <c:pt idx="3">
                  <c:v>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</c:dLbls>
        <c:gapWidth val="8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200">
          <a:solidFill>
            <a:srgbClr val="172033"/>
          </a:solidFill>
          <a:latin typeface="Arial"/>
        </a:defRPr>
      </a:pPr>
      <a:endParaRPr lang="en-US"/>
    </a:p>
  </c:txPr>
  <c:externalData r:id="rIdWorkbook">
    <c:autoUpdate val="0"/>
  </c:externalData>
</c:chartSpace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Chart0" Type="http://schemas.openxmlformats.org/officeDocument/2006/relationships/chart" Target="../charts/chart1-1.xml"/><Relationship Id="rIdImage1" Type="http://schemas.openxmlformats.org/officeDocument/2006/relationships/image" Target="../media/image1-fallback.png"/><Relationship Id="rIdSvg1" Type="http://schemas.openxmlformats.org/officeDocument/2006/relationships/image" Target="../media/image1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"/>
          <p:cNvGraphicFramePr/>
          <p:nvPr/>
        </p:nvGraphicFramePr>
        <p:xfrm rot="0">
          <a:off x="508000" y="1016000"/>
          <a:ext cx="8128000" cy="5080000"/>
        </p:xfrm>
        <a:graphic>
          <a:graphicData uri="http://schemas.openxmlformats.org/drawingml/2006/chart">
            <c:chart xmlns:c="http://schemas.openxmlformats.org/drawingml/2006/chart" r:id="rIdChart0"/>
          </a:graphicData>
        </a:graphic>
      </p:graphicFrame>
      <p:pic>
        <p:nvPicPr>
          <p:cNvPr id="3" name="logo" descr="Gradient SVG mark"/>
          <p:cNvPicPr>
            <a:picLocks noChangeAspect="1"/>
          </p:cNvPicPr>
          <p:nvPr/>
        </p:nvPicPr>
        <p:blipFill>
          <a:blip r:embed="rIdImage1">
            <a:extLst>
              <a:ext uri="{96DAC541-7B7A-43D3-8B79-37D633B846F1}">
                <asvg:svgBlip xmlns:asvg="http://schemas.microsoft.com/office/drawing/2016/SVG/main" r:embed="rIdSvg1"/>
              </a:ext>
            </a:extLst>
          </a:blip>
          <a:stretch>
            <a:fillRect/>
          </a:stretch>
        </p:blipFill>
        <p:spPr>
          <a:xfrm rot="0">
            <a:off x="9398000" y="1354667"/>
            <a:ext cx="2032000" cy="13546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pat">
  <a:themeElements>
    <a:clrScheme name="Lipat">
      <a:dk1>
        <a:srgbClr val="172033"/>
      </a:dk1>
      <a:lt1>
        <a:srgbClr val="FFFFFF"/>
      </a:lt1>
      <a:dk2>
        <a:srgbClr val="344054"/>
      </a:dk2>
      <a:lt2>
        <a:srgbClr val="F2F4F7"/>
      </a:lt2>
      <a:accent1>
        <a:srgbClr val="5B5BD6"/>
      </a:accent1>
      <a:accent2>
        <a:srgbClr val="12B76A"/>
      </a:accent2>
      <a:accent3>
        <a:srgbClr val="F79009"/>
      </a:accent3>
      <a:accent4>
        <a:srgbClr val="EE46BC"/>
      </a:accent4>
      <a:accent5>
        <a:srgbClr val="2E90FA"/>
      </a:accent5>
      <a:accent6>
        <a:srgbClr val="7A5AF8"/>
      </a:accent6>
      <a:hlink>
        <a:srgbClr val="0000FF"/>
      </a:hlink>
      <a:folHlink>
        <a:srgbClr val="800080"/>
      </a:folHlink>
    </a:clrScheme>
    <a:fontScheme name="Lipa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ip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/>
  <dc:creator>Lipat</dc:creator>
</cp:coreProperties>
</file>