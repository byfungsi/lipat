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Independent chart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Independent 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 &amp; East</c:v>
                </c:pt>
                <c:pt idx="1">
                  <c:v>日本語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24</c:v>
                </c:pt>
                <c:pt idx="2">
                  <c:v>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Independent chart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Independent 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 &amp; East</c:v>
                </c:pt>
                <c:pt idx="1">
                  <c:v>日本語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24</c:v>
                </c:pt>
                <c:pt idx="2">
                  <c:v>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Independent chart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Independent revenue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North &amp; East</c:v>
                </c:pt>
                <c:pt idx="1">
                  <c:v>日本語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24</c:v>
                </c:pt>
                <c:pt idx="2">
                  <c:v>36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Independent chart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Independent 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 &amp; East</c:v>
                </c:pt>
                <c:pt idx="1">
                  <c:v>日本語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24</c:v>
                </c:pt>
                <c:pt idx="2">
                  <c:v>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Independent chart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Independent 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 &amp; East</c:v>
                </c:pt>
                <c:pt idx="1">
                  <c:v>日本語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24</c:v>
                </c:pt>
                <c:pt idx="2">
                  <c:v>36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Independent chart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Independent 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 &amp; East</c:v>
                </c:pt>
                <c:pt idx="1">
                  <c:v>日本語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24</c:v>
                </c:pt>
                <c:pt idx="2">
                  <c:v>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Unsupported scatter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