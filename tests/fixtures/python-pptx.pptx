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These notes come from python-pptx.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640080"/>
            <a:ext cx="9144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5B5BD6"/>
                </a:solidFill>
              </a:rPr>
              <a:t>Hello </a:t>
            </a:r>
            <a:r>
              <a:rPr sz="3200" i="1"/>
              <a:t>世界 &amp; Lipat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14400" y="1828800"/>
            <a:ext cx="2743200" cy="914400"/>
          </a:xfrm>
          <a:prstGeom prst="roundRect">
            <a:avLst/>
          </a:prstGeom>
          <a:solidFill>
            <a:srgbClr val="EEEC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A real shape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0" y="1828800"/>
          <a:ext cx="548640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</a:tblGrid>
              <a:tr h="609600">
                <a:tc>
                  <a:txBody>
                    <a:bodyPr/>
                    <a:lstStyle/>
                    <a:p>
                      <a:r>
                        <a:t>Metric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Value</a:t>
                      </a:r>
                    </a:p>
                  </a:txBody>
                  <a:tcPr/>
                </a:tc>
              </a:tr>
              <a:tr h="609600">
                <a:tc>
                  <a:txBody>
                    <a:bodyPr/>
                    <a:lstStyle/>
                    <a:p>
                      <a:r>
                        <a:t>Revenue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42</a:t>
                      </a:r>
                    </a:p>
                  </a:txBody>
                  <a:tcPr/>
                </a:tc>
              </a:tr>
              <a:tr h="609600">
                <a:tc>
                  <a:txBody>
                    <a:bodyPr/>
                    <a:lstStyle/>
                    <a:p>
                      <a:r>
                        <a:t>Team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8</a:t>
                      </a:r>
                    </a:p>
                  </a:txBody>
                  <a:tcPr/>
                </a:tc>
              </a:tr>
            </a:tbl>
          </a:graphicData>
        </a:graphic>
      </p:graphicFrame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3657600"/>
            <a:ext cx="1828800" cy="914400"/>
          </a:xfrm>
          <a:prstGeom prst="rect">
            <a:avLst/>
          </a:prstGeom>
        </p:spPr>
      </p:pic>
      <p:grpSp>
        <p:nvGrpSpPr>
          <p:cNvPr id="6" name="Group 5"/>
          <p:cNvGrpSpPr/>
          <p:nvPr/>
        </p:nvGrpSpPr>
        <p:grpSpPr>
          <a:xfrm>
            <a:off x="8229600" y="4114800"/>
            <a:ext cx="914400" cy="914400"/>
            <a:chOff x="8229600" y="4114800"/>
            <a:chExt cx="914400" cy="914400"/>
          </a:xfrm>
        </p:grpSpPr>
        <p:sp>
          <p:nvSpPr>
            <p:cNvPr id="7" name="Oval 6"/>
            <p:cNvSpPr/>
            <p:nvPr/>
          </p:nvSpPr>
          <p:spPr>
            <a:xfrm>
              <a:off x="8229600" y="4114800"/>
              <a:ext cx="914400" cy="914400"/>
            </a:xfrm>
            <a:prstGeom prst="ellipse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Inherited title geometry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Body from a layout placeholder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Independent fixture</dc:title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